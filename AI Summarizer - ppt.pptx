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1"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37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3" name="Google Shape;9;p2"/>
          <p:cNvSpPr/>
          <p:nvPr/>
        </p:nvSpPr>
        <p:spPr>
          <a:xfrm rot="10800000" flipH="1">
            <a:off x="-360" y="3852360"/>
            <a:ext cx="9143640" cy="1291320"/>
          </a:xfrm>
          <a:prstGeom prst="rect">
            <a:avLst/>
          </a:prstGeom>
          <a:gradFill rotWithShape="0">
            <a:gsLst>
              <a:gs pos="0">
                <a:srgbClr val="FFFFFF"/>
              </a:gs>
              <a:gs pos="81000">
                <a:srgbClr val="E8F6FF"/>
              </a:gs>
              <a:gs pos="100000">
                <a:srgbClr val="D0EDFF"/>
              </a:gs>
            </a:gsLst>
            <a:lin ang="53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 name="PlaceHolder 1"/>
          <p:cNvSpPr>
            <a:spLocks noGrp="1"/>
          </p:cNvSpPr>
          <p:nvPr>
            <p:ph type="title"/>
          </p:nvPr>
        </p:nvSpPr>
        <p:spPr>
          <a:xfrm>
            <a:off x="428760" y="2966040"/>
            <a:ext cx="6376320" cy="1637280"/>
          </a:xfrm>
          <a:prstGeom prst="rect">
            <a:avLst/>
          </a:prstGeom>
          <a:noFill/>
          <a:ln w="0">
            <a:noFill/>
          </a:ln>
        </p:spPr>
        <p:txBody>
          <a:bodyPr lIns="91440" tIns="91440" rIns="91440" bIns="91440" anchor="b">
            <a:noAutofit/>
          </a:bodyPr>
          <a:lstStyle/>
          <a:p>
            <a:pPr indent="0">
              <a:buNone/>
            </a:pPr>
            <a:r>
              <a:rPr lang="fr-FR" sz="4500" b="0" u="none" strike="noStrike">
                <a:solidFill>
                  <a:schemeClr val="dk1"/>
                </a:solidFill>
                <a:effectLst/>
                <a:uFillTx/>
                <a:latin typeface="Arial"/>
              </a:rPr>
              <a:t>Click to edit the title text format</a:t>
            </a:r>
          </a:p>
        </p:txBody>
      </p:sp>
      <p:sp>
        <p:nvSpPr>
          <p:cNvPr id="2" name="PlaceHolder 2"/>
          <p:cNvSpPr>
            <a:spLocks noGrp="1"/>
          </p:cNvSpPr>
          <p:nvPr>
            <p:ph type="body"/>
          </p:nvPr>
        </p:nvSpPr>
        <p:spPr>
          <a:xfrm>
            <a:off x="546120" y="355680"/>
            <a:ext cx="8169120" cy="261036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3" name="Google Shape;48;p11"/>
          <p:cNvSpPr/>
          <p:nvPr/>
        </p:nvSpPr>
        <p:spPr>
          <a:xfrm>
            <a:off x="0" y="-2520"/>
            <a:ext cx="9143640" cy="1291320"/>
          </a:xfrm>
          <a:prstGeom prst="rect">
            <a:avLst/>
          </a:prstGeom>
          <a:gradFill rotWithShape="0">
            <a:gsLst>
              <a:gs pos="0">
                <a:srgbClr val="FFFFFF"/>
              </a:gs>
              <a:gs pos="81000">
                <a:srgbClr val="E8F6FF"/>
              </a:gs>
              <a:gs pos="100000">
                <a:srgbClr val="D0EDFF"/>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 name="PlaceHolder 1"/>
          <p:cNvSpPr>
            <a:spLocks noGrp="1"/>
          </p:cNvSpPr>
          <p:nvPr>
            <p:ph type="title"/>
          </p:nvPr>
        </p:nvSpPr>
        <p:spPr>
          <a:xfrm>
            <a:off x="1284120" y="1288080"/>
            <a:ext cx="6575760" cy="152640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Cal Sans"/>
                <a:ea typeface="Cal Sans"/>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5" name="Google Shape;53;p13"/>
          <p:cNvSpPr/>
          <p:nvPr/>
        </p:nvSpPr>
        <p:spPr>
          <a:xfrm rot="5400000" flipH="1">
            <a:off x="5924520" y="1926360"/>
            <a:ext cx="5145480" cy="1291320"/>
          </a:xfrm>
          <a:prstGeom prst="rect">
            <a:avLst/>
          </a:prstGeom>
          <a:gradFill rotWithShape="0">
            <a:gsLst>
              <a:gs pos="0">
                <a:srgbClr val="FFFFFF"/>
              </a:gs>
              <a:gs pos="81000">
                <a:srgbClr val="E8F6FF"/>
              </a:gs>
              <a:gs pos="100000">
                <a:srgbClr val="D0ED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 name="PlaceHolder 1"/>
          <p:cNvSpPr>
            <a:spLocks noGrp="1"/>
          </p:cNvSpPr>
          <p:nvPr>
            <p:ph type="title"/>
          </p:nvPr>
        </p:nvSpPr>
        <p:spPr>
          <a:xfrm>
            <a:off x="546120" y="444960"/>
            <a:ext cx="816876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7" name="PlaceHolder 2"/>
          <p:cNvSpPr>
            <a:spLocks noGrp="1"/>
          </p:cNvSpPr>
          <p:nvPr>
            <p:ph type="title"/>
          </p:nvPr>
        </p:nvSpPr>
        <p:spPr>
          <a:xfrm>
            <a:off x="7577280" y="1484280"/>
            <a:ext cx="846720" cy="447120"/>
          </a:xfrm>
          <a:prstGeom prst="rect">
            <a:avLst/>
          </a:prstGeom>
          <a:noFill/>
          <a:ln w="0">
            <a:noFill/>
          </a:ln>
        </p:spPr>
        <p:txBody>
          <a:bodyPr lIns="91440" tIns="91440" rIns="91440" bIns="91440" anchor="ctr">
            <a:noAutofit/>
          </a:bodyPr>
          <a:lstStyle/>
          <a:p>
            <a:pPr indent="0" algn="ctr">
              <a:lnSpc>
                <a:spcPct val="100000"/>
              </a:lnSpc>
              <a:buNone/>
            </a:pPr>
            <a:r>
              <a:rPr lang="fr-FR" sz="2500" b="0" u="none" strike="noStrike">
                <a:solidFill>
                  <a:schemeClr val="dk1"/>
                </a:solidFill>
                <a:effectLst/>
                <a:uFillTx/>
                <a:latin typeface="Cal Sans"/>
                <a:ea typeface="Cal Sans"/>
              </a:rPr>
              <a:t>xx%</a:t>
            </a:r>
            <a:endParaRPr lang="fr-FR" sz="2500" b="0" u="none" strike="noStrike">
              <a:solidFill>
                <a:schemeClr val="dk1"/>
              </a:solidFill>
              <a:effectLst/>
              <a:uFillTx/>
              <a:latin typeface="Arial"/>
            </a:endParaRPr>
          </a:p>
        </p:txBody>
      </p:sp>
      <p:sp>
        <p:nvSpPr>
          <p:cNvPr id="8" name="PlaceHolder 3"/>
          <p:cNvSpPr>
            <a:spLocks noGrp="1"/>
          </p:cNvSpPr>
          <p:nvPr>
            <p:ph type="title"/>
          </p:nvPr>
        </p:nvSpPr>
        <p:spPr>
          <a:xfrm>
            <a:off x="7577280" y="3085560"/>
            <a:ext cx="846720" cy="447120"/>
          </a:xfrm>
          <a:prstGeom prst="rect">
            <a:avLst/>
          </a:prstGeom>
          <a:noFill/>
          <a:ln w="0">
            <a:noFill/>
          </a:ln>
        </p:spPr>
        <p:txBody>
          <a:bodyPr lIns="91440" tIns="91440" rIns="91440" bIns="91440" anchor="ctr">
            <a:noAutofit/>
          </a:bodyPr>
          <a:lstStyle/>
          <a:p>
            <a:pPr indent="0" algn="ctr">
              <a:lnSpc>
                <a:spcPct val="100000"/>
              </a:lnSpc>
              <a:buNone/>
            </a:pPr>
            <a:r>
              <a:rPr lang="fr-FR" sz="2500" b="0" u="none" strike="noStrike">
                <a:solidFill>
                  <a:schemeClr val="dk1"/>
                </a:solidFill>
                <a:effectLst/>
                <a:uFillTx/>
                <a:latin typeface="Cal Sans"/>
                <a:ea typeface="Cal Sans"/>
              </a:rPr>
              <a:t>xx%</a:t>
            </a:r>
            <a:endParaRPr lang="fr-FR" sz="2500" b="0" u="none" strike="noStrike">
              <a:solidFill>
                <a:schemeClr val="dk1"/>
              </a:solidFill>
              <a:effectLst/>
              <a:uFillTx/>
              <a:latin typeface="Arial"/>
            </a:endParaRPr>
          </a:p>
        </p:txBody>
      </p:sp>
      <p:sp>
        <p:nvSpPr>
          <p:cNvPr id="9" name="PlaceHolder 4"/>
          <p:cNvSpPr>
            <a:spLocks noGrp="1"/>
          </p:cNvSpPr>
          <p:nvPr>
            <p:ph type="title"/>
          </p:nvPr>
        </p:nvSpPr>
        <p:spPr>
          <a:xfrm>
            <a:off x="7577280" y="2018880"/>
            <a:ext cx="846720" cy="447120"/>
          </a:xfrm>
          <a:prstGeom prst="rect">
            <a:avLst/>
          </a:prstGeom>
          <a:noFill/>
          <a:ln w="0">
            <a:noFill/>
          </a:ln>
        </p:spPr>
        <p:txBody>
          <a:bodyPr lIns="91440" tIns="91440" rIns="91440" bIns="91440" anchor="ctr">
            <a:noAutofit/>
          </a:bodyPr>
          <a:lstStyle/>
          <a:p>
            <a:pPr indent="0" algn="ctr">
              <a:lnSpc>
                <a:spcPct val="100000"/>
              </a:lnSpc>
              <a:buNone/>
            </a:pPr>
            <a:r>
              <a:rPr lang="fr-FR" sz="2500" b="0" u="none" strike="noStrike">
                <a:solidFill>
                  <a:schemeClr val="dk1"/>
                </a:solidFill>
                <a:effectLst/>
                <a:uFillTx/>
                <a:latin typeface="Cal Sans"/>
                <a:ea typeface="Cal Sans"/>
              </a:rPr>
              <a:t>xx%</a:t>
            </a:r>
            <a:endParaRPr lang="fr-FR" sz="2500" b="0" u="none" strike="noStrike">
              <a:solidFill>
                <a:schemeClr val="dk1"/>
              </a:solidFill>
              <a:effectLst/>
              <a:uFillTx/>
              <a:latin typeface="Arial"/>
            </a:endParaRPr>
          </a:p>
        </p:txBody>
      </p:sp>
      <p:sp>
        <p:nvSpPr>
          <p:cNvPr id="10" name="PlaceHolder 5"/>
          <p:cNvSpPr>
            <a:spLocks noGrp="1"/>
          </p:cNvSpPr>
          <p:nvPr>
            <p:ph type="title"/>
          </p:nvPr>
        </p:nvSpPr>
        <p:spPr>
          <a:xfrm>
            <a:off x="7577280" y="3620880"/>
            <a:ext cx="846720" cy="447120"/>
          </a:xfrm>
          <a:prstGeom prst="rect">
            <a:avLst/>
          </a:prstGeom>
          <a:noFill/>
          <a:ln w="0">
            <a:noFill/>
          </a:ln>
        </p:spPr>
        <p:txBody>
          <a:bodyPr lIns="91440" tIns="91440" rIns="91440" bIns="91440" anchor="ctr">
            <a:noAutofit/>
          </a:bodyPr>
          <a:lstStyle/>
          <a:p>
            <a:pPr indent="0" algn="ctr">
              <a:lnSpc>
                <a:spcPct val="100000"/>
              </a:lnSpc>
              <a:buNone/>
            </a:pPr>
            <a:r>
              <a:rPr lang="fr-FR" sz="2500" b="0" u="none" strike="noStrike">
                <a:solidFill>
                  <a:schemeClr val="dk1"/>
                </a:solidFill>
                <a:effectLst/>
                <a:uFillTx/>
                <a:latin typeface="Cal Sans"/>
                <a:ea typeface="Cal Sans"/>
              </a:rPr>
              <a:t>xx%</a:t>
            </a:r>
            <a:endParaRPr lang="fr-FR" sz="2500" b="0" u="none" strike="noStrike">
              <a:solidFill>
                <a:schemeClr val="dk1"/>
              </a:solidFill>
              <a:effectLst/>
              <a:uFillTx/>
              <a:latin typeface="Arial"/>
            </a:endParaRPr>
          </a:p>
        </p:txBody>
      </p:sp>
      <p:sp>
        <p:nvSpPr>
          <p:cNvPr id="11" name="PlaceHolder 6"/>
          <p:cNvSpPr>
            <a:spLocks noGrp="1"/>
          </p:cNvSpPr>
          <p:nvPr>
            <p:ph type="title"/>
          </p:nvPr>
        </p:nvSpPr>
        <p:spPr>
          <a:xfrm>
            <a:off x="7577280" y="2549880"/>
            <a:ext cx="846720" cy="447120"/>
          </a:xfrm>
          <a:prstGeom prst="rect">
            <a:avLst/>
          </a:prstGeom>
          <a:noFill/>
          <a:ln w="0">
            <a:noFill/>
          </a:ln>
        </p:spPr>
        <p:txBody>
          <a:bodyPr lIns="91440" tIns="91440" rIns="91440" bIns="91440" anchor="ctr">
            <a:noAutofit/>
          </a:bodyPr>
          <a:lstStyle/>
          <a:p>
            <a:pPr indent="0" algn="ctr">
              <a:lnSpc>
                <a:spcPct val="100000"/>
              </a:lnSpc>
              <a:buNone/>
            </a:pPr>
            <a:r>
              <a:rPr lang="fr-FR" sz="2500" b="0" u="none" strike="noStrike">
                <a:solidFill>
                  <a:schemeClr val="dk1"/>
                </a:solidFill>
                <a:effectLst/>
                <a:uFillTx/>
                <a:latin typeface="Cal Sans"/>
                <a:ea typeface="Cal Sans"/>
              </a:rPr>
              <a:t>xx%</a:t>
            </a:r>
            <a:endParaRPr lang="fr-FR" sz="2500" b="0" u="none" strike="noStrike">
              <a:solidFill>
                <a:schemeClr val="dk1"/>
              </a:solidFill>
              <a:effectLst/>
              <a:uFillTx/>
              <a:latin typeface="Arial"/>
            </a:endParaRPr>
          </a:p>
        </p:txBody>
      </p:sp>
      <p:sp>
        <p:nvSpPr>
          <p:cNvPr id="12" name="PlaceHolder 7"/>
          <p:cNvSpPr>
            <a:spLocks noGrp="1"/>
          </p:cNvSpPr>
          <p:nvPr>
            <p:ph type="title"/>
          </p:nvPr>
        </p:nvSpPr>
        <p:spPr>
          <a:xfrm>
            <a:off x="7577280" y="4156560"/>
            <a:ext cx="846720" cy="447120"/>
          </a:xfrm>
          <a:prstGeom prst="rect">
            <a:avLst/>
          </a:prstGeom>
          <a:noFill/>
          <a:ln w="0">
            <a:noFill/>
          </a:ln>
        </p:spPr>
        <p:txBody>
          <a:bodyPr lIns="91440" tIns="91440" rIns="91440" bIns="91440" anchor="ctr">
            <a:noAutofit/>
          </a:bodyPr>
          <a:lstStyle/>
          <a:p>
            <a:pPr indent="0" algn="ctr">
              <a:lnSpc>
                <a:spcPct val="100000"/>
              </a:lnSpc>
              <a:buNone/>
            </a:pPr>
            <a:r>
              <a:rPr lang="fr-FR" sz="2500" b="0" u="none" strike="noStrike">
                <a:solidFill>
                  <a:schemeClr val="dk1"/>
                </a:solidFill>
                <a:effectLst/>
                <a:uFillTx/>
                <a:latin typeface="Cal Sans"/>
                <a:ea typeface="Cal Sans"/>
              </a:rPr>
              <a:t>xx%</a:t>
            </a:r>
            <a:endParaRPr lang="fr-FR" sz="25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sp>
        <p:nvSpPr>
          <p:cNvPr id="13" name="Google Shape;68;p14"/>
          <p:cNvSpPr/>
          <p:nvPr/>
        </p:nvSpPr>
        <p:spPr>
          <a:xfrm rot="16200000">
            <a:off x="-1926360" y="1926360"/>
            <a:ext cx="5145480" cy="1291320"/>
          </a:xfrm>
          <a:prstGeom prst="rect">
            <a:avLst/>
          </a:prstGeom>
          <a:gradFill rotWithShape="0">
            <a:gsLst>
              <a:gs pos="0">
                <a:srgbClr val="FFFFFF"/>
              </a:gs>
              <a:gs pos="81000">
                <a:srgbClr val="E8F6FF"/>
              </a:gs>
              <a:gs pos="100000">
                <a:srgbClr val="D0EDFF"/>
              </a:gs>
            </a:gsLst>
            <a:lin ang="107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4" name="PlaceHolder 1"/>
          <p:cNvSpPr>
            <a:spLocks noGrp="1"/>
          </p:cNvSpPr>
          <p:nvPr>
            <p:ph type="title"/>
          </p:nvPr>
        </p:nvSpPr>
        <p:spPr>
          <a:xfrm>
            <a:off x="720000" y="444960"/>
            <a:ext cx="4207320" cy="118008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sp>
        <p:nvSpPr>
          <p:cNvPr id="15" name="Google Shape;71;p15"/>
          <p:cNvSpPr/>
          <p:nvPr/>
        </p:nvSpPr>
        <p:spPr>
          <a:xfrm rot="10800000" flipH="1">
            <a:off x="-360" y="3852360"/>
            <a:ext cx="9143640" cy="1291320"/>
          </a:xfrm>
          <a:prstGeom prst="rect">
            <a:avLst/>
          </a:prstGeom>
          <a:gradFill rotWithShape="0">
            <a:gsLst>
              <a:gs pos="0">
                <a:srgbClr val="FFFFFF"/>
              </a:gs>
              <a:gs pos="81000">
                <a:srgbClr val="E8F6FF"/>
              </a:gs>
              <a:gs pos="100000">
                <a:srgbClr val="D0EDFF"/>
              </a:gs>
            </a:gsLst>
            <a:lin ang="53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7" name="Google Shape;74;p16"/>
          <p:cNvSpPr/>
          <p:nvPr/>
        </p:nvSpPr>
        <p:spPr>
          <a:xfrm rot="5400000" flipH="1">
            <a:off x="5924520" y="1926360"/>
            <a:ext cx="5145480" cy="1291320"/>
          </a:xfrm>
          <a:prstGeom prst="rect">
            <a:avLst/>
          </a:prstGeom>
          <a:gradFill rotWithShape="0">
            <a:gsLst>
              <a:gs pos="0">
                <a:srgbClr val="FFFFFF"/>
              </a:gs>
              <a:gs pos="81000">
                <a:srgbClr val="E8F6FF"/>
              </a:gs>
              <a:gs pos="100000">
                <a:srgbClr val="D0ED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8" name="PlaceHolder 1"/>
          <p:cNvSpPr>
            <a:spLocks noGrp="1"/>
          </p:cNvSpPr>
          <p:nvPr>
            <p:ph type="title"/>
          </p:nvPr>
        </p:nvSpPr>
        <p:spPr>
          <a:xfrm>
            <a:off x="4201200" y="539640"/>
            <a:ext cx="4513680" cy="219852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ONE_COLUMN_TEXT_2">
    <p:bg>
      <p:bgPr>
        <a:solidFill>
          <a:schemeClr val="lt1"/>
        </a:solidFill>
        <a:effectLst/>
      </p:bgPr>
    </p:bg>
    <p:spTree>
      <p:nvGrpSpPr>
        <p:cNvPr id="1" name=""/>
        <p:cNvGrpSpPr/>
        <p:nvPr/>
      </p:nvGrpSpPr>
      <p:grpSpPr>
        <a:xfrm>
          <a:off x="0" y="0"/>
          <a:ext cx="0" cy="0"/>
          <a:chOff x="0" y="0"/>
          <a:chExt cx="0" cy="0"/>
        </a:xfrm>
      </p:grpSpPr>
      <p:sp>
        <p:nvSpPr>
          <p:cNvPr id="20" name="Google Shape;78;p17"/>
          <p:cNvSpPr/>
          <p:nvPr/>
        </p:nvSpPr>
        <p:spPr>
          <a:xfrm rot="16200000">
            <a:off x="-1926360" y="1926360"/>
            <a:ext cx="5145480" cy="1291320"/>
          </a:xfrm>
          <a:prstGeom prst="rect">
            <a:avLst/>
          </a:prstGeom>
          <a:gradFill rotWithShape="0">
            <a:gsLst>
              <a:gs pos="0">
                <a:srgbClr val="FFFFFF"/>
              </a:gs>
              <a:gs pos="81000">
                <a:srgbClr val="E8F6FF"/>
              </a:gs>
              <a:gs pos="100000">
                <a:srgbClr val="D0EDFF"/>
              </a:gs>
            </a:gsLst>
            <a:lin ang="107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1" name="PlaceHolder 1"/>
          <p:cNvSpPr>
            <a:spLocks noGrp="1"/>
          </p:cNvSpPr>
          <p:nvPr>
            <p:ph type="title"/>
          </p:nvPr>
        </p:nvSpPr>
        <p:spPr>
          <a:xfrm>
            <a:off x="546120" y="2350440"/>
            <a:ext cx="2956320" cy="225324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22" name="PlaceHolder 2"/>
          <p:cNvSpPr>
            <a:spLocks noGrp="1"/>
          </p:cNvSpPr>
          <p:nvPr>
            <p:ph type="body"/>
          </p:nvPr>
        </p:nvSpPr>
        <p:spPr>
          <a:xfrm>
            <a:off x="3599640" y="2350440"/>
            <a:ext cx="5115240" cy="27907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sp>
        <p:nvSpPr>
          <p:cNvPr id="23" name="Google Shape;83;p18"/>
          <p:cNvSpPr/>
          <p:nvPr/>
        </p:nvSpPr>
        <p:spPr>
          <a:xfrm rot="10800000" flipH="1">
            <a:off x="-360" y="3852360"/>
            <a:ext cx="9143640" cy="1291320"/>
          </a:xfrm>
          <a:prstGeom prst="rect">
            <a:avLst/>
          </a:prstGeom>
          <a:gradFill rotWithShape="0">
            <a:gsLst>
              <a:gs pos="0">
                <a:srgbClr val="FFFFFF"/>
              </a:gs>
              <a:gs pos="81000">
                <a:srgbClr val="E8F6FF"/>
              </a:gs>
              <a:gs pos="100000">
                <a:srgbClr val="D0EDFF"/>
              </a:gs>
            </a:gsLst>
            <a:lin ang="53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4" name="PlaceHolder 1"/>
          <p:cNvSpPr>
            <a:spLocks noGrp="1"/>
          </p:cNvSpPr>
          <p:nvPr>
            <p:ph type="title"/>
          </p:nvPr>
        </p:nvSpPr>
        <p:spPr>
          <a:xfrm>
            <a:off x="546120" y="444960"/>
            <a:ext cx="817776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25" name="PlaceHolder 2"/>
          <p:cNvSpPr>
            <a:spLocks noGrp="1"/>
          </p:cNvSpPr>
          <p:nvPr>
            <p:ph type="body"/>
          </p:nvPr>
        </p:nvSpPr>
        <p:spPr>
          <a:xfrm>
            <a:off x="546120" y="2514600"/>
            <a:ext cx="2678760" cy="140580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6" name="PlaceHolder 3"/>
          <p:cNvSpPr>
            <a:spLocks noGrp="1"/>
          </p:cNvSpPr>
          <p:nvPr>
            <p:ph type="body"/>
          </p:nvPr>
        </p:nvSpPr>
        <p:spPr>
          <a:xfrm>
            <a:off x="3295440" y="2514600"/>
            <a:ext cx="2678760" cy="140580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7" name="PlaceHolder 4"/>
          <p:cNvSpPr>
            <a:spLocks noGrp="1"/>
          </p:cNvSpPr>
          <p:nvPr>
            <p:ph type="body"/>
          </p:nvPr>
        </p:nvSpPr>
        <p:spPr>
          <a:xfrm>
            <a:off x="6045120" y="2514600"/>
            <a:ext cx="2678760" cy="140580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28" name="Google Shape;95;p19"/>
          <p:cNvSpPr/>
          <p:nvPr/>
        </p:nvSpPr>
        <p:spPr>
          <a:xfrm>
            <a:off x="0" y="-2520"/>
            <a:ext cx="9143640" cy="1291320"/>
          </a:xfrm>
          <a:prstGeom prst="rect">
            <a:avLst/>
          </a:prstGeom>
          <a:gradFill rotWithShape="0">
            <a:gsLst>
              <a:gs pos="0">
                <a:srgbClr val="FFFFFF"/>
              </a:gs>
              <a:gs pos="81000">
                <a:srgbClr val="E8F6FF"/>
              </a:gs>
              <a:gs pos="100000">
                <a:srgbClr val="D0EDFF"/>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29" name="PlaceHolder 1"/>
          <p:cNvSpPr>
            <a:spLocks noGrp="1"/>
          </p:cNvSpPr>
          <p:nvPr>
            <p:ph type="title"/>
          </p:nvPr>
        </p:nvSpPr>
        <p:spPr>
          <a:xfrm>
            <a:off x="71316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30" name="Google Shape;106;p20"/>
          <p:cNvSpPr/>
          <p:nvPr/>
        </p:nvSpPr>
        <p:spPr>
          <a:xfrm rot="5400000" flipH="1">
            <a:off x="5924520" y="1926360"/>
            <a:ext cx="5145480" cy="1291320"/>
          </a:xfrm>
          <a:prstGeom prst="rect">
            <a:avLst/>
          </a:prstGeom>
          <a:gradFill rotWithShape="0">
            <a:gsLst>
              <a:gs pos="0">
                <a:srgbClr val="FFFFFF"/>
              </a:gs>
              <a:gs pos="81000">
                <a:srgbClr val="E8F6FF"/>
              </a:gs>
              <a:gs pos="100000">
                <a:srgbClr val="D0ED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31" name="PlaceHolder 1"/>
          <p:cNvSpPr>
            <a:spLocks noGrp="1"/>
          </p:cNvSpPr>
          <p:nvPr>
            <p:ph type="title"/>
          </p:nvPr>
        </p:nvSpPr>
        <p:spPr>
          <a:xfrm>
            <a:off x="713160" y="634680"/>
            <a:ext cx="2848680" cy="768600"/>
          </a:xfrm>
          <a:prstGeom prst="rect">
            <a:avLst/>
          </a:prstGeom>
          <a:noFill/>
          <a:ln w="0">
            <a:noFill/>
          </a:ln>
        </p:spPr>
        <p:txBody>
          <a:bodyPr lIns="91440" tIns="91440" rIns="91440" bIns="91440" anchor="b">
            <a:noAutofit/>
          </a:bodyPr>
          <a:lstStyle/>
          <a:p>
            <a:pPr indent="0">
              <a:lnSpc>
                <a:spcPct val="100000"/>
              </a:lnSpc>
              <a:buNone/>
            </a:pPr>
            <a:r>
              <a:rPr lang="fr-FR" sz="3500" b="0" u="none" strike="noStrike">
                <a:solidFill>
                  <a:schemeClr val="dk1"/>
                </a:solidFill>
                <a:effectLst/>
                <a:uFillTx/>
                <a:latin typeface="Cal Sans"/>
                <a:ea typeface="Cal Sans"/>
              </a:rPr>
              <a:t>xx%</a:t>
            </a:r>
            <a:endParaRPr lang="fr-FR" sz="3500" b="0" u="none" strike="noStrike">
              <a:solidFill>
                <a:schemeClr val="dk1"/>
              </a:solidFill>
              <a:effectLst/>
              <a:uFillTx/>
              <a:latin typeface="Arial"/>
            </a:endParaRPr>
          </a:p>
        </p:txBody>
      </p:sp>
      <p:sp>
        <p:nvSpPr>
          <p:cNvPr id="32" name="PlaceHolder 2"/>
          <p:cNvSpPr>
            <a:spLocks noGrp="1"/>
          </p:cNvSpPr>
          <p:nvPr>
            <p:ph type="title"/>
          </p:nvPr>
        </p:nvSpPr>
        <p:spPr>
          <a:xfrm>
            <a:off x="3733920" y="696600"/>
            <a:ext cx="4696560" cy="768600"/>
          </a:xfrm>
          <a:prstGeom prst="rect">
            <a:avLst/>
          </a:prstGeom>
          <a:noFill/>
          <a:ln w="0">
            <a:noFill/>
          </a:ln>
        </p:spPr>
        <p:txBody>
          <a:bodyPr lIns="91440" tIns="91440" rIns="91440" bIns="91440" anchor="b">
            <a:noAutofit/>
          </a:bodyPr>
          <a:lstStyle/>
          <a:p>
            <a:pPr indent="0">
              <a:lnSpc>
                <a:spcPct val="100000"/>
              </a:lnSpc>
              <a:buNone/>
            </a:pPr>
            <a:r>
              <a:rPr lang="fr-FR" sz="5000" b="0" u="none" strike="noStrike">
                <a:solidFill>
                  <a:schemeClr val="dk1"/>
                </a:solidFill>
                <a:effectLst/>
                <a:uFillTx/>
                <a:latin typeface="Cal Sans"/>
                <a:ea typeface="Cal Sans"/>
              </a:rPr>
              <a:t>xx%</a:t>
            </a:r>
            <a:endParaRPr lang="fr-FR" sz="5000" b="0" u="none" strike="noStrike">
              <a:solidFill>
                <a:schemeClr val="dk1"/>
              </a:solidFill>
              <a:effectLst/>
              <a:uFillTx/>
              <a:latin typeface="Arial"/>
            </a:endParaRPr>
          </a:p>
        </p:txBody>
      </p:sp>
      <p:sp>
        <p:nvSpPr>
          <p:cNvPr id="33" name="PlaceHolder 3"/>
          <p:cNvSpPr>
            <a:spLocks noGrp="1"/>
          </p:cNvSpPr>
          <p:nvPr>
            <p:ph type="title"/>
          </p:nvPr>
        </p:nvSpPr>
        <p:spPr>
          <a:xfrm>
            <a:off x="713160" y="1970640"/>
            <a:ext cx="2848680" cy="768600"/>
          </a:xfrm>
          <a:prstGeom prst="rect">
            <a:avLst/>
          </a:prstGeom>
          <a:noFill/>
          <a:ln w="0">
            <a:noFill/>
          </a:ln>
        </p:spPr>
        <p:txBody>
          <a:bodyPr lIns="91440" tIns="91440" rIns="91440" bIns="91440" anchor="b">
            <a:noAutofit/>
          </a:bodyPr>
          <a:lstStyle/>
          <a:p>
            <a:pPr indent="0">
              <a:lnSpc>
                <a:spcPct val="100000"/>
              </a:lnSpc>
              <a:buNone/>
            </a:pPr>
            <a:r>
              <a:rPr lang="fr-FR" sz="3500" b="0" u="none" strike="noStrike">
                <a:solidFill>
                  <a:schemeClr val="dk1"/>
                </a:solidFill>
                <a:effectLst/>
                <a:uFillTx/>
                <a:latin typeface="Cal Sans"/>
                <a:ea typeface="Cal Sans"/>
              </a:rPr>
              <a:t>xx%</a:t>
            </a:r>
            <a:endParaRPr lang="fr-FR" sz="3500" b="0" u="none" strike="noStrike">
              <a:solidFill>
                <a:schemeClr val="dk1"/>
              </a:solidFill>
              <a:effectLst/>
              <a:uFillTx/>
              <a:latin typeface="Arial"/>
            </a:endParaRPr>
          </a:p>
        </p:txBody>
      </p:sp>
      <p:sp>
        <p:nvSpPr>
          <p:cNvPr id="34" name="PlaceHolder 4"/>
          <p:cNvSpPr>
            <a:spLocks noGrp="1"/>
          </p:cNvSpPr>
          <p:nvPr>
            <p:ph type="body"/>
          </p:nvPr>
        </p:nvSpPr>
        <p:spPr>
          <a:xfrm>
            <a:off x="3781440" y="1752480"/>
            <a:ext cx="4171320" cy="33919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35" name="Google Shape;14;p3"/>
          <p:cNvSpPr/>
          <p:nvPr/>
        </p:nvSpPr>
        <p:spPr>
          <a:xfrm>
            <a:off x="0" y="-2520"/>
            <a:ext cx="9143640" cy="1291320"/>
          </a:xfrm>
          <a:prstGeom prst="rect">
            <a:avLst/>
          </a:prstGeom>
          <a:gradFill rotWithShape="0">
            <a:gsLst>
              <a:gs pos="0">
                <a:srgbClr val="FFFFFF"/>
              </a:gs>
              <a:gs pos="81000">
                <a:srgbClr val="E8F6FF"/>
              </a:gs>
              <a:gs pos="100000">
                <a:srgbClr val="D0EDFF"/>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PlaceHolder 1"/>
          <p:cNvSpPr>
            <a:spLocks noGrp="1"/>
          </p:cNvSpPr>
          <p:nvPr>
            <p:ph type="title"/>
          </p:nvPr>
        </p:nvSpPr>
        <p:spPr>
          <a:xfrm>
            <a:off x="4413960" y="539640"/>
            <a:ext cx="4383360" cy="134100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37" name="PlaceHolder 2"/>
          <p:cNvSpPr>
            <a:spLocks noGrp="1"/>
          </p:cNvSpPr>
          <p:nvPr>
            <p:ph type="title"/>
          </p:nvPr>
        </p:nvSpPr>
        <p:spPr>
          <a:xfrm>
            <a:off x="422640" y="539640"/>
            <a:ext cx="1551960" cy="841320"/>
          </a:xfrm>
          <a:prstGeom prst="rect">
            <a:avLst/>
          </a:prstGeom>
          <a:noFill/>
          <a:ln w="0">
            <a:noFill/>
          </a:ln>
        </p:spPr>
        <p:txBody>
          <a:bodyPr lIns="91440" tIns="91440" rIns="91440" bIns="91440" anchor="ctr">
            <a:noAutofit/>
          </a:bodyPr>
          <a:lstStyle/>
          <a:p>
            <a:pPr indent="0">
              <a:lnSpc>
                <a:spcPct val="100000"/>
              </a:lnSpc>
              <a:buNone/>
            </a:pPr>
            <a:r>
              <a:rPr lang="fr-FR" sz="6000" b="0" u="none" strike="noStrike">
                <a:solidFill>
                  <a:schemeClr val="dk1"/>
                </a:solidFill>
                <a:effectLst/>
                <a:uFillTx/>
                <a:latin typeface="Cal Sans"/>
                <a:ea typeface="Cal Sans"/>
              </a:rPr>
              <a:t>xx%</a:t>
            </a:r>
            <a:endParaRPr lang="fr-FR" sz="6000" b="0" u="none" strike="noStrike">
              <a:solidFill>
                <a:schemeClr val="dk1"/>
              </a:solidFill>
              <a:effectLst/>
              <a:uFillTx/>
              <a:latin typeface="Arial"/>
            </a:endParaRPr>
          </a:p>
        </p:txBody>
      </p:sp>
      <p:sp>
        <p:nvSpPr>
          <p:cNvPr id="38" name="PlaceHolder 3"/>
          <p:cNvSpPr>
            <a:spLocks noGrp="1"/>
          </p:cNvSpPr>
          <p:nvPr>
            <p:ph type="body"/>
          </p:nvPr>
        </p:nvSpPr>
        <p:spPr>
          <a:xfrm>
            <a:off x="546120" y="1993320"/>
            <a:ext cx="8169120" cy="261036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39" name="Google Shape;115;p21"/>
          <p:cNvSpPr/>
          <p:nvPr/>
        </p:nvSpPr>
        <p:spPr>
          <a:xfrm>
            <a:off x="0" y="0"/>
            <a:ext cx="9143640" cy="1291320"/>
          </a:xfrm>
          <a:prstGeom prst="rect">
            <a:avLst/>
          </a:prstGeom>
          <a:gradFill rotWithShape="0">
            <a:gsLst>
              <a:gs pos="0">
                <a:srgbClr val="FFFFFF"/>
              </a:gs>
              <a:gs pos="81000">
                <a:srgbClr val="E8F6FF"/>
              </a:gs>
              <a:gs pos="100000">
                <a:srgbClr val="D0EDFF"/>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0" name="PlaceHolder 1"/>
          <p:cNvSpPr>
            <a:spLocks noGrp="1"/>
          </p:cNvSpPr>
          <p:nvPr>
            <p:ph type="title"/>
          </p:nvPr>
        </p:nvSpPr>
        <p:spPr>
          <a:xfrm>
            <a:off x="2099160" y="1353960"/>
            <a:ext cx="3787200" cy="105840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sp>
        <p:nvSpPr>
          <p:cNvPr id="41" name="Google Shape;118;p21"/>
          <p:cNvSpPr/>
          <p:nvPr/>
        </p:nvSpPr>
        <p:spPr>
          <a:xfrm>
            <a:off x="2099160" y="3471480"/>
            <a:ext cx="378720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u="none" strike="noStrike">
                <a:solidFill>
                  <a:schemeClr val="dk1"/>
                </a:solidFill>
                <a:effectLst/>
                <a:uFillTx/>
                <a:latin typeface="Teachers"/>
                <a:ea typeface="Teachers"/>
              </a:rPr>
              <a:t>CREDITS:</a:t>
            </a:r>
            <a:r>
              <a:rPr lang="en" sz="1000" b="0" u="none" strike="noStrike">
                <a:solidFill>
                  <a:schemeClr val="dk1"/>
                </a:solidFill>
                <a:effectLst/>
                <a:uFillTx/>
                <a:latin typeface="Teachers"/>
                <a:ea typeface="Teachers"/>
              </a:rPr>
              <a:t> This presentation template was created by </a:t>
            </a:r>
            <a:r>
              <a:rPr lang="en" sz="1000" b="1" u="sng" strike="noStrike">
                <a:solidFill>
                  <a:schemeClr val="dk1"/>
                </a:solidFill>
                <a:effectLst/>
                <a:uFillTx/>
                <a:latin typeface="Teachers"/>
                <a:ea typeface="Teachers"/>
                <a:hlinkClick r:id="rId2"/>
              </a:rPr>
              <a:t>Slidesgo</a:t>
            </a:r>
            <a:r>
              <a:rPr lang="en" sz="1000" b="0" u="none" strike="noStrike">
                <a:solidFill>
                  <a:schemeClr val="dk1"/>
                </a:solidFill>
                <a:effectLst/>
                <a:uFillTx/>
                <a:latin typeface="Teachers"/>
                <a:ea typeface="Teachers"/>
              </a:rPr>
              <a:t>, and includes icons, infographics &amp; images by </a:t>
            </a:r>
            <a:r>
              <a:rPr lang="en" sz="1000" b="1" u="sng" strike="noStrike">
                <a:solidFill>
                  <a:schemeClr val="dk1"/>
                </a:solidFill>
                <a:effectLst/>
                <a:uFillTx/>
                <a:latin typeface="Teachers"/>
                <a:ea typeface="Teachers"/>
                <a:hlinkClick r:id="rId3"/>
              </a:rPr>
              <a:t>Freepik</a:t>
            </a:r>
            <a:r>
              <a:rPr lang="en" sz="1000" b="0" u="sng" strike="noStrike">
                <a:solidFill>
                  <a:schemeClr val="dk1"/>
                </a:solidFill>
                <a:effectLst/>
                <a:uFillTx/>
                <a:latin typeface="Teachers"/>
                <a:ea typeface="Teachers"/>
              </a:rPr>
              <a:t> </a:t>
            </a:r>
            <a:endParaRPr lang="en-US" sz="1000" b="0" u="none" strike="noStrike">
              <a:solidFill>
                <a:srgbClr val="000000"/>
              </a:solidFill>
              <a:effectLst/>
              <a:uFillTx/>
              <a:latin typeface="Open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42" name="Google Shape;120;p22"/>
          <p:cNvSpPr/>
          <p:nvPr/>
        </p:nvSpPr>
        <p:spPr>
          <a:xfrm rot="10800000" flipH="1">
            <a:off x="-360" y="3852360"/>
            <a:ext cx="9143640" cy="1291320"/>
          </a:xfrm>
          <a:prstGeom prst="rect">
            <a:avLst/>
          </a:prstGeom>
          <a:gradFill rotWithShape="0">
            <a:gsLst>
              <a:gs pos="0">
                <a:srgbClr val="FFFFFF"/>
              </a:gs>
              <a:gs pos="81000">
                <a:srgbClr val="E8F6FF"/>
              </a:gs>
              <a:gs pos="100000">
                <a:srgbClr val="D0EDFF"/>
              </a:gs>
            </a:gsLst>
            <a:lin ang="53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sp>
        <p:nvSpPr>
          <p:cNvPr id="43" name="Google Shape;122;p23"/>
          <p:cNvSpPr/>
          <p:nvPr/>
        </p:nvSpPr>
        <p:spPr>
          <a:xfrm rot="5400000" flipH="1">
            <a:off x="5924520" y="1926360"/>
            <a:ext cx="5145480" cy="1291320"/>
          </a:xfrm>
          <a:prstGeom prst="rect">
            <a:avLst/>
          </a:prstGeom>
          <a:gradFill rotWithShape="0">
            <a:gsLst>
              <a:gs pos="0">
                <a:srgbClr val="FFFFFF"/>
              </a:gs>
              <a:gs pos="81000">
                <a:srgbClr val="E8F6FF"/>
              </a:gs>
              <a:gs pos="100000">
                <a:srgbClr val="D0ED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5" name="PlaceHolder 2"/>
          <p:cNvSpPr>
            <a:spLocks noGrp="1"/>
          </p:cNvSpPr>
          <p:nvPr>
            <p:ph type="body"/>
          </p:nvPr>
        </p:nvSpPr>
        <p:spPr>
          <a:xfrm>
            <a:off x="720000" y="1215720"/>
            <a:ext cx="7703640" cy="3416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46" name="Google Shape;21;p4"/>
          <p:cNvSpPr/>
          <p:nvPr/>
        </p:nvSpPr>
        <p:spPr>
          <a:xfrm rot="10800000" flipH="1">
            <a:off x="-360" y="3852360"/>
            <a:ext cx="9143640" cy="1291320"/>
          </a:xfrm>
          <a:prstGeom prst="rect">
            <a:avLst/>
          </a:prstGeom>
          <a:gradFill rotWithShape="0">
            <a:gsLst>
              <a:gs pos="0">
                <a:srgbClr val="FFFFFF"/>
              </a:gs>
              <a:gs pos="81000">
                <a:srgbClr val="E8F6FF"/>
              </a:gs>
              <a:gs pos="100000">
                <a:srgbClr val="D0EDFF"/>
              </a:gs>
            </a:gsLst>
            <a:lin ang="53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47" name="Google Shape;23;p5"/>
          <p:cNvSpPr/>
          <p:nvPr/>
        </p:nvSpPr>
        <p:spPr>
          <a:xfrm rot="16200000">
            <a:off x="-1926360" y="1926360"/>
            <a:ext cx="5145480" cy="1291320"/>
          </a:xfrm>
          <a:prstGeom prst="rect">
            <a:avLst/>
          </a:prstGeom>
          <a:gradFill rotWithShape="0">
            <a:gsLst>
              <a:gs pos="0">
                <a:srgbClr val="FFFFFF"/>
              </a:gs>
              <a:gs pos="81000">
                <a:srgbClr val="E8F6FF"/>
              </a:gs>
              <a:gs pos="100000">
                <a:srgbClr val="D0EDFF"/>
              </a:gs>
            </a:gsLst>
            <a:lin ang="107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8" name="PlaceHolder 1"/>
          <p:cNvSpPr>
            <a:spLocks noGrp="1"/>
          </p:cNvSpPr>
          <p:nvPr>
            <p:ph type="title"/>
          </p:nvPr>
        </p:nvSpPr>
        <p:spPr>
          <a:xfrm>
            <a:off x="546120" y="444960"/>
            <a:ext cx="816876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49" name="Google Shape;30;p6"/>
          <p:cNvSpPr/>
          <p:nvPr/>
        </p:nvSpPr>
        <p:spPr>
          <a:xfrm>
            <a:off x="0" y="-2520"/>
            <a:ext cx="9143640" cy="1291320"/>
          </a:xfrm>
          <a:prstGeom prst="rect">
            <a:avLst/>
          </a:prstGeom>
          <a:gradFill rotWithShape="0">
            <a:gsLst>
              <a:gs pos="0">
                <a:srgbClr val="FFFFFF"/>
              </a:gs>
              <a:gs pos="81000">
                <a:srgbClr val="E8F6FF"/>
              </a:gs>
              <a:gs pos="100000">
                <a:srgbClr val="D0EDFF"/>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0" name="PlaceHolder 1"/>
          <p:cNvSpPr>
            <a:spLocks noGrp="1"/>
          </p:cNvSpPr>
          <p:nvPr>
            <p:ph type="title"/>
          </p:nvPr>
        </p:nvSpPr>
        <p:spPr>
          <a:xfrm>
            <a:off x="546120" y="437400"/>
            <a:ext cx="816876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51" name="Google Shape;33;p7"/>
          <p:cNvSpPr/>
          <p:nvPr/>
        </p:nvSpPr>
        <p:spPr>
          <a:xfrm rot="16200000">
            <a:off x="-1926360" y="1926360"/>
            <a:ext cx="5145480" cy="1291320"/>
          </a:xfrm>
          <a:prstGeom prst="rect">
            <a:avLst/>
          </a:prstGeom>
          <a:gradFill rotWithShape="0">
            <a:gsLst>
              <a:gs pos="0">
                <a:srgbClr val="FFFFFF"/>
              </a:gs>
              <a:gs pos="81000">
                <a:srgbClr val="E8F6FF"/>
              </a:gs>
              <a:gs pos="100000">
                <a:srgbClr val="D0EDFF"/>
              </a:gs>
            </a:gsLst>
            <a:lin ang="107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PlaceHolder 1"/>
          <p:cNvSpPr>
            <a:spLocks noGrp="1"/>
          </p:cNvSpPr>
          <p:nvPr>
            <p:ph type="title"/>
          </p:nvPr>
        </p:nvSpPr>
        <p:spPr>
          <a:xfrm>
            <a:off x="546120" y="2350440"/>
            <a:ext cx="2956320" cy="225324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53" name="PlaceHolder 2"/>
          <p:cNvSpPr>
            <a:spLocks noGrp="1"/>
          </p:cNvSpPr>
          <p:nvPr>
            <p:ph type="body"/>
          </p:nvPr>
        </p:nvSpPr>
        <p:spPr>
          <a:xfrm>
            <a:off x="3599640" y="2350440"/>
            <a:ext cx="5115240" cy="27907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2318040" y="1307160"/>
            <a:ext cx="45079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55" name="Google Shape;39;p8"/>
          <p:cNvSpPr/>
          <p:nvPr/>
        </p:nvSpPr>
        <p:spPr>
          <a:xfrm rot="16200000">
            <a:off x="-1926360" y="1926360"/>
            <a:ext cx="5145480" cy="1291320"/>
          </a:xfrm>
          <a:prstGeom prst="rect">
            <a:avLst/>
          </a:prstGeom>
          <a:gradFill rotWithShape="0">
            <a:gsLst>
              <a:gs pos="0">
                <a:srgbClr val="FFFFFF"/>
              </a:gs>
              <a:gs pos="81000">
                <a:srgbClr val="E8F6FF"/>
              </a:gs>
              <a:gs pos="100000">
                <a:srgbClr val="D0EDFF"/>
              </a:gs>
            </a:gsLst>
            <a:lin ang="107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56" name="Google Shape;41;p9"/>
          <p:cNvSpPr/>
          <p:nvPr/>
        </p:nvSpPr>
        <p:spPr>
          <a:xfrm rot="10800000" flipH="1">
            <a:off x="-360" y="3852360"/>
            <a:ext cx="9143640" cy="1291320"/>
          </a:xfrm>
          <a:prstGeom prst="rect">
            <a:avLst/>
          </a:prstGeom>
          <a:gradFill rotWithShape="0">
            <a:gsLst>
              <a:gs pos="0">
                <a:srgbClr val="FFFFFF"/>
              </a:gs>
              <a:gs pos="81000">
                <a:srgbClr val="E8F6FF"/>
              </a:gs>
              <a:gs pos="100000">
                <a:srgbClr val="D0EDFF"/>
              </a:gs>
            </a:gsLst>
            <a:lin ang="53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PlaceHolder 1"/>
          <p:cNvSpPr>
            <a:spLocks noGrp="1"/>
          </p:cNvSpPr>
          <p:nvPr>
            <p:ph type="title"/>
          </p:nvPr>
        </p:nvSpPr>
        <p:spPr>
          <a:xfrm>
            <a:off x="2135520" y="1189080"/>
            <a:ext cx="4872600" cy="1964160"/>
          </a:xfrm>
          <a:prstGeom prst="rect">
            <a:avLst/>
          </a:prstGeom>
          <a:noFill/>
          <a:ln w="0">
            <a:noFill/>
          </a:ln>
        </p:spPr>
        <p:txBody>
          <a:bodyPr lIns="91440" tIns="91440" rIns="91440" bIns="91440" anchor="b">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58"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9" name="PlaceHolder 2"/>
          <p:cNvSpPr>
            <a:spLocks noGrp="1"/>
          </p:cNvSpPr>
          <p:nvPr>
            <p:ph type="title"/>
          </p:nvPr>
        </p:nvSpPr>
        <p:spPr>
          <a:xfrm>
            <a:off x="720000" y="4014360"/>
            <a:ext cx="7703640" cy="572400"/>
          </a:xfrm>
          <a:prstGeom prst="rect">
            <a:avLst/>
          </a:prstGeom>
          <a:solidFill>
            <a:schemeClr val="lt1"/>
          </a:solid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60" name="Google Shape;128;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1"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62" name="Google Shape;131;p27"/>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3"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64"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428760" y="2962440"/>
            <a:ext cx="6372000" cy="1638000"/>
          </a:xfrm>
          <a:prstGeom prst="rect">
            <a:avLst/>
          </a:prstGeom>
          <a:noFill/>
          <a:ln w="0">
            <a:noFill/>
          </a:ln>
        </p:spPr>
        <p:txBody>
          <a:bodyPr lIns="91440" tIns="91440" rIns="91440" bIns="91440" anchor="b">
            <a:normAutofit/>
          </a:bodyPr>
          <a:lstStyle/>
          <a:p>
            <a:pPr indent="0">
              <a:lnSpc>
                <a:spcPct val="80000"/>
              </a:lnSpc>
              <a:buNone/>
              <a:tabLst>
                <a:tab pos="0" algn="l"/>
              </a:tabLst>
            </a:pPr>
            <a:r>
              <a:rPr lang="en-US" sz="4500" b="0" u="none" strike="noStrike" dirty="0">
                <a:solidFill>
                  <a:schemeClr val="dk1"/>
                </a:solidFill>
                <a:effectLst/>
                <a:uFillTx/>
                <a:latin typeface="Cal Sans"/>
                <a:ea typeface="Cal Sans"/>
              </a:rPr>
              <a:t>AI</a:t>
            </a:r>
            <a:endParaRPr lang="fr-FR" sz="4500" b="0" u="none" strike="noStrike" dirty="0">
              <a:solidFill>
                <a:schemeClr val="dk1"/>
              </a:solidFill>
              <a:effectLst/>
              <a:uFillTx/>
              <a:latin typeface="Arial"/>
            </a:endParaRPr>
          </a:p>
          <a:p>
            <a:pPr indent="0">
              <a:lnSpc>
                <a:spcPct val="80000"/>
              </a:lnSpc>
              <a:buNone/>
              <a:tabLst>
                <a:tab pos="0" algn="l"/>
              </a:tabLst>
            </a:pPr>
            <a:r>
              <a:rPr lang="en-US" sz="4500" b="0" u="none" strike="noStrike" dirty="0">
                <a:solidFill>
                  <a:schemeClr val="dk1"/>
                </a:solidFill>
                <a:effectLst/>
                <a:uFillTx/>
                <a:latin typeface="Cal Sans"/>
                <a:ea typeface="Cal Sans"/>
              </a:rPr>
              <a:t> Summarizer</a:t>
            </a:r>
            <a:endParaRPr lang="fr-FR" sz="4500" b="0" u="none" strike="noStrike" dirty="0">
              <a:solidFill>
                <a:schemeClr val="dk1"/>
              </a:solidFill>
              <a:effectLst/>
              <a:uFillTx/>
              <a:latin typeface="Arial"/>
            </a:endParaRPr>
          </a:p>
        </p:txBody>
      </p:sp>
      <p:sp>
        <p:nvSpPr>
          <p:cNvPr id="66" name="PlaceHolder 2"/>
          <p:cNvSpPr>
            <a:spLocks noGrp="1"/>
          </p:cNvSpPr>
          <p:nvPr>
            <p:ph type="subTitle"/>
          </p:nvPr>
        </p:nvSpPr>
        <p:spPr>
          <a:xfrm>
            <a:off x="6753240" y="3105000"/>
            <a:ext cx="2047680" cy="141876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1600" b="0" u="none" strike="noStrike">
                <a:solidFill>
                  <a:schemeClr val="dk1"/>
                </a:solidFill>
                <a:effectLst/>
                <a:uFillTx/>
                <a:latin typeface="Teachers"/>
                <a:ea typeface="Teachers"/>
              </a:rPr>
              <a:t>Intelligent Text Summarization Tool</a:t>
            </a:r>
            <a:endParaRPr lang="en-US" sz="1600" b="0" u="none" strike="noStrike">
              <a:solidFill>
                <a:srgbClr val="000000"/>
              </a:solidFill>
              <a:effectLst/>
              <a:uFillTx/>
              <a:latin typeface="OpenSymbol"/>
            </a:endParaRPr>
          </a:p>
        </p:txBody>
      </p:sp>
      <p:pic>
        <p:nvPicPr>
          <p:cNvPr id="67" name="Google Shape;140;p28"/>
          <p:cNvPicPr/>
          <p:nvPr/>
        </p:nvPicPr>
        <p:blipFill>
          <a:blip r:embed="rId2"/>
          <a:srcRect l="1420" t="12749" b="39984"/>
          <a:stretch/>
        </p:blipFill>
        <p:spPr>
          <a:xfrm>
            <a:off x="546120" y="565230"/>
            <a:ext cx="8168760" cy="261036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542880" y="2352600"/>
            <a:ext cx="2952360" cy="22572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0" u="none" strike="noStrike">
                <a:solidFill>
                  <a:schemeClr val="dk1"/>
                </a:solidFill>
                <a:effectLst/>
                <a:uFillTx/>
                <a:latin typeface="Cal Sans"/>
                <a:ea typeface="Cal Sans"/>
              </a:rPr>
              <a:t>Introduction</a:t>
            </a:r>
            <a:endParaRPr lang="fr-FR" sz="3000" b="0" u="none" strike="noStrike">
              <a:solidFill>
                <a:schemeClr val="dk1"/>
              </a:solidFill>
              <a:effectLst/>
              <a:uFillTx/>
              <a:latin typeface="Arial"/>
            </a:endParaRPr>
          </a:p>
        </p:txBody>
      </p:sp>
      <p:sp>
        <p:nvSpPr>
          <p:cNvPr id="69" name="PlaceHolder 2"/>
          <p:cNvSpPr>
            <a:spLocks noGrp="1"/>
          </p:cNvSpPr>
          <p:nvPr>
            <p:ph type="subTitle"/>
          </p:nvPr>
        </p:nvSpPr>
        <p:spPr>
          <a:xfrm>
            <a:off x="542880" y="542880"/>
            <a:ext cx="8172000" cy="167616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Teachers"/>
                <a:ea typeface="Teachers"/>
              </a:rPr>
              <a:t>Automated text summarization condenses lengthy documents by extracting key points, enabling users to grasp essential content quickly. This AI Summarizer project uses Natural Language Processing (NLP) and machine learning to reduce reading time and information overload, transforming hours of reading into minutes of insight. It facilitates efficient consumption of large textual data without sacrificing critical information.</a:t>
            </a:r>
            <a:endParaRPr lang="en-US" sz="1200" b="0" u="none" strike="noStrike">
              <a:solidFill>
                <a:srgbClr val="000000"/>
              </a:solidFill>
              <a:effectLst/>
              <a:uFillTx/>
              <a:latin typeface="OpenSymbol"/>
            </a:endParaRPr>
          </a:p>
        </p:txBody>
      </p:sp>
      <p:pic>
        <p:nvPicPr>
          <p:cNvPr id="70" name="Google Shape;211;p31"/>
          <p:cNvPicPr/>
          <p:nvPr/>
        </p:nvPicPr>
        <p:blipFill>
          <a:blip r:embed="rId2"/>
          <a:srcRect t="9069" b="9069"/>
          <a:stretch/>
        </p:blipFill>
        <p:spPr>
          <a:xfrm>
            <a:off x="3599640" y="2350440"/>
            <a:ext cx="5115240" cy="27907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Google Shape;216;p32"/>
          <p:cNvPicPr/>
          <p:nvPr/>
        </p:nvPicPr>
        <p:blipFill>
          <a:blip r:embed="rId2"/>
          <a:srcRect t="26025" b="26029"/>
          <a:stretch/>
        </p:blipFill>
        <p:spPr>
          <a:xfrm>
            <a:off x="546120" y="1993320"/>
            <a:ext cx="8168760" cy="2610360"/>
          </a:xfrm>
          <a:prstGeom prst="rect">
            <a:avLst/>
          </a:prstGeom>
          <a:noFill/>
          <a:ln w="0">
            <a:noFill/>
          </a:ln>
        </p:spPr>
      </p:pic>
      <p:sp>
        <p:nvSpPr>
          <p:cNvPr id="72" name="PlaceHolder 1"/>
          <p:cNvSpPr>
            <a:spLocks noGrp="1"/>
          </p:cNvSpPr>
          <p:nvPr>
            <p:ph type="title"/>
          </p:nvPr>
        </p:nvSpPr>
        <p:spPr>
          <a:xfrm>
            <a:off x="4410000" y="542880"/>
            <a:ext cx="4381200" cy="1342800"/>
          </a:xfrm>
          <a:prstGeom prst="rect">
            <a:avLst/>
          </a:prstGeom>
          <a:noFill/>
          <a:ln w="0">
            <a:noFill/>
          </a:ln>
        </p:spPr>
        <p:txBody>
          <a:bodyPr lIns="91440" tIns="91440" rIns="91440" bIns="91440" anchor="ctr">
            <a:normAutofit/>
          </a:bodyPr>
          <a:lstStyle/>
          <a:p>
            <a:pPr indent="0" algn="r">
              <a:lnSpc>
                <a:spcPct val="100000"/>
              </a:lnSpc>
              <a:buNone/>
              <a:tabLst>
                <a:tab pos="0" algn="l"/>
              </a:tabLst>
            </a:pPr>
            <a:r>
              <a:rPr lang="en-US" sz="4000" b="0" u="none" strike="noStrike">
                <a:solidFill>
                  <a:schemeClr val="dk1"/>
                </a:solidFill>
                <a:effectLst/>
                <a:uFillTx/>
                <a:latin typeface="Cal Sans"/>
                <a:ea typeface="Cal Sans"/>
              </a:rPr>
              <a:t>Project Overview</a:t>
            </a:r>
            <a:endParaRPr lang="fr-FR" sz="4000" b="0" u="none" strike="noStrike">
              <a:solidFill>
                <a:schemeClr val="dk1"/>
              </a:solidFill>
              <a:effectLst/>
              <a:uFillTx/>
              <a:latin typeface="Arial"/>
            </a:endParaRPr>
          </a:p>
        </p:txBody>
      </p:sp>
      <p:sp>
        <p:nvSpPr>
          <p:cNvPr id="73" name="PlaceHolder 2"/>
          <p:cNvSpPr>
            <a:spLocks noGrp="1"/>
          </p:cNvSpPr>
          <p:nvPr>
            <p:ph type="title"/>
          </p:nvPr>
        </p:nvSpPr>
        <p:spPr>
          <a:xfrm>
            <a:off x="419040" y="542880"/>
            <a:ext cx="1552320" cy="83772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US" sz="6000" b="0" u="none" strike="noStrike">
                <a:solidFill>
                  <a:schemeClr val="dk1"/>
                </a:solidFill>
                <a:effectLst/>
                <a:uFillTx/>
                <a:latin typeface="Calibri"/>
                <a:ea typeface="Cal Sans"/>
              </a:rPr>
              <a:t>01</a:t>
            </a:r>
            <a:endParaRPr lang="fr-FR" sz="6000" b="0" u="none" strike="noStrike">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4200480" y="542880"/>
            <a:ext cx="4514400" cy="21999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0" u="none" strike="noStrike">
                <a:solidFill>
                  <a:schemeClr val="dk1"/>
                </a:solidFill>
                <a:effectLst/>
                <a:uFillTx/>
                <a:latin typeface="Cal Sans"/>
                <a:ea typeface="Cal Sans"/>
              </a:rPr>
              <a:t>Introduction and objectives</a:t>
            </a:r>
            <a:endParaRPr lang="fr-FR" sz="3000" b="0" u="none" strike="noStrike">
              <a:solidFill>
                <a:schemeClr val="dk1"/>
              </a:solidFill>
              <a:effectLst/>
              <a:uFillTx/>
              <a:latin typeface="Arial"/>
            </a:endParaRPr>
          </a:p>
        </p:txBody>
      </p:sp>
      <p:sp>
        <p:nvSpPr>
          <p:cNvPr id="75" name="PlaceHolder 2"/>
          <p:cNvSpPr>
            <a:spLocks noGrp="1"/>
          </p:cNvSpPr>
          <p:nvPr>
            <p:ph type="subTitle"/>
          </p:nvPr>
        </p:nvSpPr>
        <p:spPr>
          <a:xfrm>
            <a:off x="542880" y="1114560"/>
            <a:ext cx="3657240" cy="3495240"/>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a:solidFill>
                  <a:schemeClr val="dk1"/>
                </a:solidFill>
                <a:effectLst/>
                <a:uFillTx/>
                <a:latin typeface="Teachers"/>
                <a:ea typeface="Teachers"/>
              </a:rPr>
              <a:t>The project addresses the challenge of information overload by implementing an AI-based summarization model. Its main objectives are to develop a concise, coherent text summarizer that extracts key ideas from large documents and to create a user-friendly web interface for easy input and summary generation, making text consumption faster and more efficient.</a:t>
            </a:r>
            <a:endParaRPr lang="en-US" sz="12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542880" y="2352600"/>
            <a:ext cx="2952360" cy="22572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0" u="none" strike="noStrike">
                <a:solidFill>
                  <a:schemeClr val="dk1"/>
                </a:solidFill>
                <a:effectLst/>
                <a:uFillTx/>
                <a:latin typeface="Cal Sans"/>
                <a:ea typeface="Cal Sans"/>
              </a:rPr>
              <a:t>Key components and features</a:t>
            </a:r>
            <a:endParaRPr lang="fr-FR" sz="3000" b="0" u="none" strike="noStrike">
              <a:solidFill>
                <a:schemeClr val="dk1"/>
              </a:solidFill>
              <a:effectLst/>
              <a:uFillTx/>
              <a:latin typeface="Arial"/>
            </a:endParaRPr>
          </a:p>
        </p:txBody>
      </p:sp>
      <p:sp>
        <p:nvSpPr>
          <p:cNvPr id="77" name="PlaceHolder 2"/>
          <p:cNvSpPr>
            <a:spLocks noGrp="1"/>
          </p:cNvSpPr>
          <p:nvPr>
            <p:ph type="subTitle"/>
          </p:nvPr>
        </p:nvSpPr>
        <p:spPr>
          <a:xfrm>
            <a:off x="542880" y="542880"/>
            <a:ext cx="8172000" cy="167616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Teachers"/>
                <a:ea typeface="Teachers"/>
              </a:rPr>
              <a:t>The system supports single-document English text summarization via a web-based interface. It uses extractive summarization models that highlight essential sentences. Features include multiple output formats (paragraphs, bullet points), export options, and a responsive design compatible with various devices. Future plans include adding abstractive summarization and multi-document capabilities.</a:t>
            </a:r>
            <a:endParaRPr lang="en-US" sz="1200" b="0" u="none" strike="noStrike">
              <a:solidFill>
                <a:srgbClr val="000000"/>
              </a:solidFill>
              <a:effectLst/>
              <a:uFillTx/>
              <a:latin typeface="OpenSymbol"/>
            </a:endParaRPr>
          </a:p>
        </p:txBody>
      </p:sp>
      <p:pic>
        <p:nvPicPr>
          <p:cNvPr id="78" name="Google Shape;211;p31"/>
          <p:cNvPicPr/>
          <p:nvPr/>
        </p:nvPicPr>
        <p:blipFill>
          <a:blip r:embed="rId2"/>
          <a:srcRect t="9069" b="9069"/>
          <a:stretch/>
        </p:blipFill>
        <p:spPr>
          <a:xfrm>
            <a:off x="3599640" y="2350440"/>
            <a:ext cx="5115240" cy="27907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4200480" y="542880"/>
            <a:ext cx="4514400" cy="21999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0" u="none" strike="noStrike">
                <a:solidFill>
                  <a:schemeClr val="dk1"/>
                </a:solidFill>
                <a:effectLst/>
                <a:uFillTx/>
                <a:latin typeface="Cal Sans"/>
                <a:ea typeface="Cal Sans"/>
              </a:rPr>
              <a:t>Expected outcomes and impact</a:t>
            </a:r>
            <a:endParaRPr lang="fr-FR" sz="3000" b="0" u="none" strike="noStrike">
              <a:solidFill>
                <a:schemeClr val="dk1"/>
              </a:solidFill>
              <a:effectLst/>
              <a:uFillTx/>
              <a:latin typeface="Arial"/>
            </a:endParaRPr>
          </a:p>
        </p:txBody>
      </p:sp>
      <p:sp>
        <p:nvSpPr>
          <p:cNvPr id="80" name="PlaceHolder 2"/>
          <p:cNvSpPr>
            <a:spLocks noGrp="1"/>
          </p:cNvSpPr>
          <p:nvPr>
            <p:ph type="subTitle"/>
          </p:nvPr>
        </p:nvSpPr>
        <p:spPr>
          <a:xfrm>
            <a:off x="542880" y="1114560"/>
            <a:ext cx="3657240" cy="3495240"/>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a:solidFill>
                  <a:schemeClr val="dk1"/>
                </a:solidFill>
                <a:effectLst/>
                <a:uFillTx/>
                <a:latin typeface="Teachers"/>
                <a:ea typeface="Teachers"/>
              </a:rPr>
              <a:t>The AI Summarizer project aims to reduce information overload by providing concise, coherent summaries that allow users to grasp main ideas quickly. It significantly cuts reading time by condensing texts to about 20–30% of their original length while maintaining readability. This tool improves efficiency for students, researchers, and professionals by automating the extraction of essential information and saving valuable time.</a:t>
            </a:r>
            <a:endParaRPr lang="en-US" sz="1200" b="0" u="none" strike="noStrike">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Google Shape;216;p32"/>
          <p:cNvPicPr/>
          <p:nvPr/>
        </p:nvPicPr>
        <p:blipFill>
          <a:blip r:embed="rId2"/>
          <a:srcRect t="26025" b="26029"/>
          <a:stretch/>
        </p:blipFill>
        <p:spPr>
          <a:xfrm>
            <a:off x="546120" y="1993320"/>
            <a:ext cx="8168760" cy="2610360"/>
          </a:xfrm>
          <a:prstGeom prst="rect">
            <a:avLst/>
          </a:prstGeom>
          <a:noFill/>
          <a:ln w="0">
            <a:noFill/>
          </a:ln>
        </p:spPr>
      </p:pic>
      <p:sp>
        <p:nvSpPr>
          <p:cNvPr id="82" name="PlaceHolder 1"/>
          <p:cNvSpPr>
            <a:spLocks noGrp="1"/>
          </p:cNvSpPr>
          <p:nvPr>
            <p:ph type="title"/>
          </p:nvPr>
        </p:nvSpPr>
        <p:spPr>
          <a:xfrm>
            <a:off x="4410000" y="542880"/>
            <a:ext cx="4381200" cy="1342800"/>
          </a:xfrm>
          <a:prstGeom prst="rect">
            <a:avLst/>
          </a:prstGeom>
          <a:noFill/>
          <a:ln w="0">
            <a:noFill/>
          </a:ln>
        </p:spPr>
        <p:txBody>
          <a:bodyPr lIns="91440" tIns="91440" rIns="91440" bIns="91440" anchor="ctr">
            <a:normAutofit fontScale="90000"/>
          </a:bodyPr>
          <a:lstStyle/>
          <a:p>
            <a:pPr indent="0" algn="r">
              <a:lnSpc>
                <a:spcPct val="100000"/>
              </a:lnSpc>
              <a:buNone/>
              <a:tabLst>
                <a:tab pos="0" algn="l"/>
              </a:tabLst>
            </a:pPr>
            <a:r>
              <a:rPr lang="en-US" sz="4000" b="0" u="none" strike="noStrike">
                <a:solidFill>
                  <a:schemeClr val="dk1"/>
                </a:solidFill>
                <a:effectLst/>
                <a:uFillTx/>
                <a:latin typeface="Cal Sans"/>
                <a:ea typeface="Cal Sans"/>
              </a:rPr>
              <a:t>Implementation and Analysis</a:t>
            </a:r>
            <a:endParaRPr lang="fr-FR" sz="4000" b="0" u="none" strike="noStrike">
              <a:solidFill>
                <a:schemeClr val="dk1"/>
              </a:solidFill>
              <a:effectLst/>
              <a:uFillTx/>
              <a:latin typeface="Arial"/>
            </a:endParaRPr>
          </a:p>
        </p:txBody>
      </p:sp>
      <p:sp>
        <p:nvSpPr>
          <p:cNvPr id="83" name="PlaceHolder 2"/>
          <p:cNvSpPr>
            <a:spLocks noGrp="1"/>
          </p:cNvSpPr>
          <p:nvPr>
            <p:ph type="title"/>
          </p:nvPr>
        </p:nvSpPr>
        <p:spPr>
          <a:xfrm>
            <a:off x="419040" y="542880"/>
            <a:ext cx="1552320" cy="83772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US" sz="6000" b="0" u="none" strike="noStrike">
                <a:solidFill>
                  <a:schemeClr val="dk1"/>
                </a:solidFill>
                <a:effectLst/>
                <a:uFillTx/>
                <a:latin typeface="Calibri"/>
                <a:ea typeface="Cal Sans"/>
              </a:rPr>
              <a:t>02</a:t>
            </a:r>
            <a:endParaRPr lang="fr-FR" sz="6000" b="0" u="none" strike="noStrike">
              <a:solidFill>
                <a:schemeClr val="dk1"/>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4200480" y="542880"/>
            <a:ext cx="4514400" cy="21999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0" u="none" strike="noStrike">
                <a:solidFill>
                  <a:schemeClr val="dk1"/>
                </a:solidFill>
                <a:effectLst/>
                <a:uFillTx/>
                <a:latin typeface="Cal Sans"/>
                <a:ea typeface="Cal Sans"/>
              </a:rPr>
              <a:t>Methodology and process</a:t>
            </a:r>
            <a:endParaRPr lang="fr-FR" sz="3000" b="0" u="none" strike="noStrike">
              <a:solidFill>
                <a:schemeClr val="dk1"/>
              </a:solidFill>
              <a:effectLst/>
              <a:uFillTx/>
              <a:latin typeface="Arial"/>
            </a:endParaRPr>
          </a:p>
        </p:txBody>
      </p:sp>
      <p:sp>
        <p:nvSpPr>
          <p:cNvPr id="85" name="PlaceHolder 2"/>
          <p:cNvSpPr>
            <a:spLocks noGrp="1"/>
          </p:cNvSpPr>
          <p:nvPr>
            <p:ph type="subTitle"/>
          </p:nvPr>
        </p:nvSpPr>
        <p:spPr>
          <a:xfrm>
            <a:off x="542880" y="1114560"/>
            <a:ext cx="3657240" cy="3495240"/>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a:solidFill>
                  <a:schemeClr val="dk1"/>
                </a:solidFill>
                <a:effectLst/>
                <a:uFillTx/>
                <a:latin typeface="Teachers"/>
                <a:ea typeface="Teachers"/>
              </a:rPr>
              <a:t>The system employs a web-based interface using Flask for user input and output display. Text preprocessing is handled with SpaCy and NLTK to tokenize and clean the text. Extractive summarization models identify key sentences to form summaries. The architecture ensures real-time processing, with the server receiving text, processing it, and returning concise summaries seamlessly on the same interface.</a:t>
            </a:r>
            <a:endParaRPr lang="en-US" sz="1200" b="0" u="none" strike="noStrike">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542880" y="2352600"/>
            <a:ext cx="2952360" cy="22572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0" u="none" strike="noStrike">
                <a:solidFill>
                  <a:schemeClr val="dk1"/>
                </a:solidFill>
                <a:effectLst/>
                <a:uFillTx/>
                <a:latin typeface="Cal Sans"/>
                <a:ea typeface="Cal Sans"/>
              </a:rPr>
              <a:t>Challenges and solutions</a:t>
            </a:r>
            <a:endParaRPr lang="fr-FR" sz="3000" b="0" u="none" strike="noStrike">
              <a:solidFill>
                <a:schemeClr val="dk1"/>
              </a:solidFill>
              <a:effectLst/>
              <a:uFillTx/>
              <a:latin typeface="Arial"/>
            </a:endParaRPr>
          </a:p>
        </p:txBody>
      </p:sp>
      <p:sp>
        <p:nvSpPr>
          <p:cNvPr id="87" name="PlaceHolder 2"/>
          <p:cNvSpPr>
            <a:spLocks noGrp="1"/>
          </p:cNvSpPr>
          <p:nvPr>
            <p:ph type="subTitle"/>
          </p:nvPr>
        </p:nvSpPr>
        <p:spPr>
          <a:xfrm>
            <a:off x="542880" y="542880"/>
            <a:ext cx="8172000" cy="167616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Teachers"/>
                <a:ea typeface="Teachers"/>
              </a:rPr>
              <a:t>Key challenges included handling large text inputs efficiently and ensuring summary quality. The project overcame these by using optimized NLP libraries like SpaCy and NLTK for fast preprocessing and text analysis. Performance was ensured through lightweight Flask backend processing. Limitations in scope, such as single-document support, pave the way for future expansions to multi-document and abstractive summaries.</a:t>
            </a:r>
            <a:endParaRPr lang="en-US" sz="1200" b="0" u="none" strike="noStrike">
              <a:solidFill>
                <a:srgbClr val="000000"/>
              </a:solidFill>
              <a:effectLst/>
              <a:uFillTx/>
              <a:latin typeface="OpenSymbol"/>
            </a:endParaRPr>
          </a:p>
        </p:txBody>
      </p:sp>
      <p:pic>
        <p:nvPicPr>
          <p:cNvPr id="88" name="Google Shape;211;p31"/>
          <p:cNvPicPr/>
          <p:nvPr/>
        </p:nvPicPr>
        <p:blipFill>
          <a:blip r:embed="rId2"/>
          <a:srcRect t="9069" b="9069"/>
          <a:stretch/>
        </p:blipFill>
        <p:spPr>
          <a:xfrm>
            <a:off x="3599640" y="2350440"/>
            <a:ext cx="5115240" cy="27907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4200480" y="542880"/>
            <a:ext cx="4514400" cy="21999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0" u="none" strike="noStrike">
                <a:solidFill>
                  <a:schemeClr val="dk1"/>
                </a:solidFill>
                <a:effectLst/>
                <a:uFillTx/>
                <a:latin typeface="Cal Sans"/>
                <a:ea typeface="Cal Sans"/>
              </a:rPr>
              <a:t>Results and future steps</a:t>
            </a:r>
            <a:endParaRPr lang="fr-FR" sz="3000" b="0" u="none" strike="noStrike">
              <a:solidFill>
                <a:schemeClr val="dk1"/>
              </a:solidFill>
              <a:effectLst/>
              <a:uFillTx/>
              <a:latin typeface="Arial"/>
            </a:endParaRPr>
          </a:p>
        </p:txBody>
      </p:sp>
      <p:sp>
        <p:nvSpPr>
          <p:cNvPr id="90" name="PlaceHolder 2"/>
          <p:cNvSpPr>
            <a:spLocks noGrp="1"/>
          </p:cNvSpPr>
          <p:nvPr>
            <p:ph type="subTitle"/>
          </p:nvPr>
        </p:nvSpPr>
        <p:spPr>
          <a:xfrm>
            <a:off x="542880" y="1114560"/>
            <a:ext cx="3657240" cy="3495240"/>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a:solidFill>
                  <a:schemeClr val="dk1"/>
                </a:solidFill>
                <a:effectLst/>
                <a:uFillTx/>
                <a:latin typeface="Teachers"/>
                <a:ea typeface="Teachers"/>
              </a:rPr>
              <a:t>The AI Summarizer delivers accurate, relevant summaries with strong ROUGE and BLEU metric performance. It operates quickly, generating results within seconds, enabling immediate use. Next steps involve integrating transformer-based models for abstractive summarization and expanding capabilities to multi-document inputs, enhancing the tool’s flexibility and summary quality for diverse user needs.</a:t>
            </a:r>
            <a:endParaRPr lang="en-US" sz="1200" b="0" u="none" strike="noStrike">
              <a:solidFill>
                <a:srgbClr val="000000"/>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542880" y="2352600"/>
            <a:ext cx="2952360" cy="22572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000" b="0" u="none" strike="noStrike">
                <a:solidFill>
                  <a:schemeClr val="dk1"/>
                </a:solidFill>
                <a:effectLst/>
                <a:uFillTx/>
                <a:latin typeface="Cal Sans"/>
                <a:ea typeface="Cal Sans"/>
              </a:rPr>
              <a:t>Conclusions</a:t>
            </a:r>
            <a:endParaRPr lang="fr-FR" sz="3000" b="0" u="none" strike="noStrike">
              <a:solidFill>
                <a:schemeClr val="dk1"/>
              </a:solidFill>
              <a:effectLst/>
              <a:uFillTx/>
              <a:latin typeface="Arial"/>
            </a:endParaRPr>
          </a:p>
        </p:txBody>
      </p:sp>
      <p:sp>
        <p:nvSpPr>
          <p:cNvPr id="92" name="PlaceHolder 2"/>
          <p:cNvSpPr>
            <a:spLocks noGrp="1"/>
          </p:cNvSpPr>
          <p:nvPr>
            <p:ph type="subTitle"/>
          </p:nvPr>
        </p:nvSpPr>
        <p:spPr>
          <a:xfrm>
            <a:off x="542880" y="542880"/>
            <a:ext cx="8172000" cy="167616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Teachers"/>
                <a:ea typeface="Teachers"/>
              </a:rPr>
              <a:t>The project successfully demonstrates AI’s potential to automate text summarization, reducing manual effort and saving time. By combining established NLP tools with a user-friendly web interface, it meets its objective of efficient text condensation. Future enhancements will include advanced AI models and multi-document handling, ensuring continued improvements in summarization quality and user experience. This project establishes a solid foundation for further innovation in AI-driven text analysis.</a:t>
            </a:r>
            <a:endParaRPr lang="en-US" sz="1200" b="0" u="none" strike="noStrike">
              <a:solidFill>
                <a:srgbClr val="000000"/>
              </a:solidFill>
              <a:effectLst/>
              <a:uFillTx/>
              <a:latin typeface="OpenSymbol"/>
            </a:endParaRPr>
          </a:p>
        </p:txBody>
      </p:sp>
      <p:pic>
        <p:nvPicPr>
          <p:cNvPr id="93" name="Google Shape;211;p31"/>
          <p:cNvPicPr/>
          <p:nvPr/>
        </p:nvPicPr>
        <p:blipFill>
          <a:blip r:embed="rId2"/>
          <a:srcRect t="9069" b="9069"/>
          <a:stretch/>
        </p:blipFill>
        <p:spPr>
          <a:xfrm>
            <a:off x="3599640" y="2350440"/>
            <a:ext cx="5115240" cy="27907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2095560" y="702000"/>
            <a:ext cx="3790440" cy="1707480"/>
          </a:xfrm>
          <a:prstGeom prst="rect">
            <a:avLst/>
          </a:prstGeom>
          <a:noFill/>
          <a:ln w="0">
            <a:noFill/>
          </a:ln>
        </p:spPr>
        <p:txBody>
          <a:bodyPr lIns="91440" tIns="91440" rIns="91440" bIns="91440" anchor="b">
            <a:spAutoFit/>
          </a:bodyPr>
          <a:lstStyle/>
          <a:p>
            <a:pPr indent="0">
              <a:lnSpc>
                <a:spcPct val="100000"/>
              </a:lnSpc>
              <a:buNone/>
              <a:tabLst>
                <a:tab pos="0" algn="l"/>
              </a:tabLst>
            </a:pPr>
            <a:r>
              <a:rPr lang="en" sz="5000" b="0" u="none" strike="noStrike" dirty="0">
                <a:solidFill>
                  <a:schemeClr val="dk1"/>
                </a:solidFill>
                <a:effectLst/>
                <a:uFillTx/>
                <a:latin typeface="Cal Sans"/>
                <a:ea typeface="Cal Sans"/>
              </a:rPr>
              <a:t>THANK YOU</a:t>
            </a:r>
            <a:endParaRPr lang="fr-FR" sz="5000" b="0" u="none" strike="noStrike" dirty="0">
              <a:solidFill>
                <a:schemeClr val="dk1"/>
              </a:solidFill>
              <a:effectLst/>
              <a:uFillTx/>
              <a:latin typeface="Arial"/>
            </a:endParaRPr>
          </a:p>
        </p:txBody>
      </p:sp>
      <p:sp>
        <p:nvSpPr>
          <p:cNvPr id="95" name="PlaceHolder 2"/>
          <p:cNvSpPr>
            <a:spLocks noGrp="1"/>
          </p:cNvSpPr>
          <p:nvPr>
            <p:ph type="subTitle"/>
          </p:nvPr>
        </p:nvSpPr>
        <p:spPr>
          <a:xfrm>
            <a:off x="2095560" y="2409840"/>
            <a:ext cx="3790440" cy="1046440"/>
          </a:xfrm>
          <a:prstGeom prst="rect">
            <a:avLst/>
          </a:prstGeom>
          <a:noFill/>
          <a:ln w="0">
            <a:noFill/>
          </a:ln>
        </p:spPr>
        <p:txBody>
          <a:bodyPr lIns="91440" tIns="91440" rIns="91440" bIns="91440" anchor="t">
            <a:spAutoFit/>
          </a:bodyPr>
          <a:lstStyle/>
          <a:p>
            <a:pPr indent="0">
              <a:lnSpc>
                <a:spcPct val="100000"/>
              </a:lnSpc>
              <a:buNone/>
              <a:tabLst>
                <a:tab pos="0" algn="l"/>
              </a:tabLst>
            </a:pPr>
            <a:r>
              <a:rPr lang="en" sz="1400" b="1" u="none" strike="noStrike" dirty="0">
                <a:solidFill>
                  <a:schemeClr val="dk1"/>
                </a:solidFill>
                <a:effectLst/>
                <a:uFillTx/>
                <a:latin typeface="Teachers"/>
                <a:ea typeface="Teachers"/>
              </a:rPr>
              <a:t>Do you have any questions?</a:t>
            </a:r>
            <a:endParaRPr lang="en-US" sz="1400" b="0" u="none" strike="noStrike" dirty="0">
              <a:solidFill>
                <a:srgbClr val="000000"/>
              </a:solidFill>
              <a:effectLst/>
              <a:uFillTx/>
              <a:latin typeface="OpenSymbol"/>
            </a:endParaRPr>
          </a:p>
          <a:p>
            <a:pPr indent="0">
              <a:lnSpc>
                <a:spcPct val="100000"/>
              </a:lnSpc>
              <a:buNone/>
              <a:tabLst>
                <a:tab pos="0" algn="l"/>
              </a:tabLst>
            </a:pPr>
            <a:r>
              <a:rPr lang="en" sz="1400" dirty="0">
                <a:solidFill>
                  <a:schemeClr val="dk1"/>
                </a:solidFill>
                <a:latin typeface="Teachers"/>
              </a:rPr>
              <a:t>juttigabheemeswar@gmail.com</a:t>
            </a:r>
            <a:endParaRPr lang="en-US" sz="1400" b="0" u="none" strike="noStrike" dirty="0">
              <a:solidFill>
                <a:srgbClr val="000000"/>
              </a:solidFill>
              <a:effectLst/>
              <a:uFillTx/>
              <a:latin typeface="OpenSymbol"/>
            </a:endParaRPr>
          </a:p>
          <a:p>
            <a:pPr indent="0">
              <a:lnSpc>
                <a:spcPct val="100000"/>
              </a:lnSpc>
              <a:buNone/>
              <a:tabLst>
                <a:tab pos="0" algn="l"/>
              </a:tabLst>
            </a:pPr>
            <a:r>
              <a:rPr lang="en" sz="1400" b="0" u="none" strike="noStrike" dirty="0">
                <a:solidFill>
                  <a:schemeClr val="dk1"/>
                </a:solidFill>
                <a:effectLst/>
                <a:uFillTx/>
                <a:latin typeface="Teachers"/>
                <a:ea typeface="Teachers"/>
              </a:rPr>
              <a:t>+</a:t>
            </a:r>
            <a:r>
              <a:rPr lang="en" sz="1400" dirty="0">
                <a:solidFill>
                  <a:schemeClr val="dk1"/>
                </a:solidFill>
                <a:latin typeface="Teachers"/>
                <a:ea typeface="Teachers"/>
              </a:rPr>
              <a:t>91 7993042243</a:t>
            </a:r>
            <a:endParaRPr lang="en-US" sz="1400" dirty="0">
              <a:solidFill>
                <a:srgbClr val="000000"/>
              </a:solidFill>
              <a:latin typeface="OpenSymbol"/>
              <a:ea typeface="Teachers"/>
            </a:endParaRPr>
          </a:p>
          <a:p>
            <a:pPr>
              <a:lnSpc>
                <a:spcPct val="100000"/>
              </a:lnSpc>
              <a:tabLst>
                <a:tab pos="0" algn="l"/>
              </a:tabLst>
            </a:pPr>
            <a:r>
              <a:rPr lang="en-US" sz="1400" b="0" u="none" strike="noStrike" dirty="0">
                <a:solidFill>
                  <a:srgbClr val="000000"/>
                </a:solidFill>
                <a:effectLst/>
                <a:uFillTx/>
                <a:latin typeface="OpenSymbol"/>
              </a:rPr>
              <a:t>https://steady-swan-70be67.netlify.app/</a:t>
            </a:r>
          </a:p>
        </p:txBody>
      </p:sp>
      <p:grpSp>
        <p:nvGrpSpPr>
          <p:cNvPr id="96" name="Google Shape;326;p41"/>
          <p:cNvGrpSpPr/>
          <p:nvPr/>
        </p:nvGrpSpPr>
        <p:grpSpPr>
          <a:xfrm>
            <a:off x="1620000" y="1721880"/>
            <a:ext cx="275760" cy="275760"/>
            <a:chOff x="1620000" y="1721880"/>
            <a:chExt cx="275760" cy="275760"/>
          </a:xfrm>
        </p:grpSpPr>
        <p:sp>
          <p:nvSpPr>
            <p:cNvPr id="97" name="Google Shape;327;p41"/>
            <p:cNvSpPr/>
            <p:nvPr/>
          </p:nvSpPr>
          <p:spPr>
            <a:xfrm>
              <a:off x="1620000" y="172188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 name="Google Shape;328;p41"/>
            <p:cNvSpPr/>
            <p:nvPr/>
          </p:nvSpPr>
          <p:spPr>
            <a:xfrm>
              <a:off x="1684080" y="178740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 name="Google Shape;329;p41"/>
            <p:cNvSpPr/>
            <p:nvPr/>
          </p:nvSpPr>
          <p:spPr>
            <a:xfrm>
              <a:off x="1813680" y="175716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0" name="Google Shape;330;p41"/>
          <p:cNvGrpSpPr/>
          <p:nvPr/>
        </p:nvGrpSpPr>
        <p:grpSpPr>
          <a:xfrm>
            <a:off x="1624680" y="2132640"/>
            <a:ext cx="266040" cy="237960"/>
            <a:chOff x="1624680" y="2132640"/>
            <a:chExt cx="266040" cy="237960"/>
          </a:xfrm>
        </p:grpSpPr>
        <p:sp>
          <p:nvSpPr>
            <p:cNvPr id="101" name="Google Shape;331;p41"/>
            <p:cNvSpPr/>
            <p:nvPr/>
          </p:nvSpPr>
          <p:spPr>
            <a:xfrm>
              <a:off x="1633680" y="221652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7040" bIns="77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 name="Google Shape;332;p41"/>
            <p:cNvSpPr/>
            <p:nvPr/>
          </p:nvSpPr>
          <p:spPr>
            <a:xfrm>
              <a:off x="1624680" y="213264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 name="Google Shape;333;p41"/>
            <p:cNvSpPr/>
            <p:nvPr/>
          </p:nvSpPr>
          <p:spPr>
            <a:xfrm>
              <a:off x="1726920" y="221652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7040" bIns="77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5" name="Google Shape;335;p41"/>
          <p:cNvSpPr/>
          <p:nvPr/>
        </p:nvSpPr>
        <p:spPr>
          <a:xfrm>
            <a:off x="1623600" y="2505960"/>
            <a:ext cx="268200" cy="273960"/>
          </a:xfrm>
          <a:custGeom>
            <a:avLst/>
            <a:gdLst>
              <a:gd name="textAreaLeft" fmla="*/ 0 w 268200"/>
              <a:gd name="textAreaRight" fmla="*/ 268560 w 268200"/>
              <a:gd name="textAreaTop" fmla="*/ 0 h 273960"/>
              <a:gd name="textAreaBottom" fmla="*/ 274320 h 273960"/>
            </a:gdLst>
            <a:ahLst/>
            <a:cxnLst/>
            <a:rect l="textAreaLeft" t="textAreaTop" r="textAreaRight" b="textAreaBottom"/>
            <a:pathLst>
              <a:path w="6712561"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
</file>

<file path=ppt/theme/theme1.xml><?xml version="1.0" encoding="utf-8"?>
<a:theme xmlns:a="http://schemas.openxmlformats.org/drawingml/2006/main" name="Town Hall Pitch Deck by Slidesgo">
  <a:themeElements>
    <a:clrScheme name="Simple Light">
      <a:dk1>
        <a:srgbClr val="131212"/>
      </a:dk1>
      <a:lt1>
        <a:srgbClr val="FFFFFF"/>
      </a:lt1>
      <a:dk2>
        <a:srgbClr val="D0EDFF"/>
      </a:dk2>
      <a:lt2>
        <a:srgbClr val="A3D9FA"/>
      </a:lt2>
      <a:accent1>
        <a:srgbClr val="84C1E6"/>
      </a:accent1>
      <a:accent2>
        <a:srgbClr val="FFFFFF"/>
      </a:accent2>
      <a:accent3>
        <a:srgbClr val="FFFFFF"/>
      </a:accent3>
      <a:accent4>
        <a:srgbClr val="FFFFFF"/>
      </a:accent4>
      <a:accent5>
        <a:srgbClr val="FFFFFF"/>
      </a:accent5>
      <a:accent6>
        <a:srgbClr val="FFFFFF"/>
      </a:accent6>
      <a:hlink>
        <a:srgbClr val="13121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TotalTime>
  <Words>560</Words>
  <Application>Microsoft Office PowerPoint</Application>
  <PresentationFormat>On-screen Show (16:9)</PresentationFormat>
  <Paragraphs>28</Paragraphs>
  <Slides>12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Arial</vt:lpstr>
      <vt:lpstr>Cal Sans</vt:lpstr>
      <vt:lpstr>Calibri</vt:lpstr>
      <vt:lpstr>OpenSymbol</vt:lpstr>
      <vt:lpstr>Symbol</vt:lpstr>
      <vt:lpstr>Teachers</vt:lpstr>
      <vt:lpstr>Wingdings</vt:lpstr>
      <vt:lpstr>Town Hall Pitch Deck by Slidesgo</vt:lpstr>
      <vt:lpstr>Slidesgo Final Pages</vt:lpstr>
      <vt:lpstr>AI  Summarizer</vt:lpstr>
      <vt:lpstr>Introduction</vt:lpstr>
      <vt:lpstr>Project Overview</vt:lpstr>
      <vt:lpstr>Introduction and objectives</vt:lpstr>
      <vt:lpstr>Key components and features</vt:lpstr>
      <vt:lpstr>Expected outcomes and impact</vt:lpstr>
      <vt:lpstr>Implementation and Analysis</vt:lpstr>
      <vt:lpstr>Methodology and process</vt:lpstr>
      <vt:lpstr>Challenges and solutions</vt:lpstr>
      <vt:lpstr>Results and future steps</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Jutti</dc:creator>
  <cp:lastModifiedBy>juttigabheemeswar@gmail.com</cp:lastModifiedBy>
  <cp:revision>3</cp:revision>
  <dcterms:modified xsi:type="dcterms:W3CDTF">2025-12-07T06:53:45Z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2025-12-07T06:35:15Z</dcterms:created>
  <dc:creator>Unknown Creator</dc:creator>
  <dc:description/>
  <dc:language>en-US</dc:language>
  <cp:lastModifiedBy>Unknown Creator</cp:lastModifiedBy>
  <dcterms:modified xsi:type="dcterms:W3CDTF">2025-12-07T06:35:15Z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